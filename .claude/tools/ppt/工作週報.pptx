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latin typeface="Microsoft JhengHei"/>
              </a:defRPr>
            </a:pPr>
            <a:r>
              <a:t>過去兩周工作進度 05/18~05/29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05840"/>
          <a:ext cx="41148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371600"/>
                <a:gridCol w="731520"/>
              </a:tblGrid>
              <a:tr h="320040">
                <a:tc gridSpan="3"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過去兩周工作內容 05/18~05/29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項目名稱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總工時(hr)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數量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B2604鴻久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27.0hr (33.8%)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會議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21.5hr (26.9%)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教育訓練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18.0hr (22.5%)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B2413內部-艾創點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5.0hr (6.3%)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2508014 凌越生醫-商務管理平台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4.4hr (5.5%)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2503037鴻久科技_維修管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2.5hr (3.1%)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A11-Odoo產品功能研發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1.5hr (1.9%)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663440" y="1005840"/>
          <a:ext cx="41148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97280"/>
              </a:tblGrid>
              <a:tr h="320040">
                <a:tc gridSpan="2"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Microsoft JhengHei"/>
                        </a:defRPr>
                      </a:pPr>
                      <a:r>
                        <a:t>未來工作計畫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項目名稱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數量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鴻久用戶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2508014 凌越生醫-商務管理平台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315968"/>
            <a:ext cx="8412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latin typeface="Microsoft JhengHei"/>
              </a:defRPr>
            </a:pPr>
            <a:r>
              <a:t>備註</a:t>
            </a:r>
          </a:p>
          <a:p>
            <a:pPr>
              <a:defRPr sz="1100">
                <a:latin typeface="Microsoft JhengHei"/>
              </a:defRPr>
            </a:pPr>
            <a:r>
              <a:t>1. 雙周會ppt產生完成</a:t>
            </a:r>
          </a:p>
          <a:p>
            <a:pPr>
              <a:defRPr sz="1100">
                <a:latin typeface="Microsoft JhengHei"/>
              </a:defRPr>
            </a:pPr>
            <a:r>
              <a:t>2. AI工作流增加service來源資料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